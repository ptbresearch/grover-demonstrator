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E3B43-8F15-AAF6-D0AE-74A9DEC07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FA6604-152A-2862-25CD-82F238AD6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D57F5-35C9-E2FB-2450-7E18E5B6D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55FC0-22AF-4FA7-B3B8-E1457A053CD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AD498-A3CF-D1C8-4DA6-7BE31AA26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72660-C0C6-F087-C5B3-F5C959479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33890-D0F1-4D15-9CB7-7B151512BE6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081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0511A-D26C-9F5A-8B1B-DEA710677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CC13A-6A83-1C21-B9D8-D98BB9687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CEF99-601C-A5CE-5968-38A6F7282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55FC0-22AF-4FA7-B3B8-E1457A053CD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5A1B1-2447-E2C1-5336-F67643DBB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90F65-56D1-EBF7-1A90-D526156A8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33890-D0F1-4D15-9CB7-7B151512BE6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1015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3E0E0-674F-61FC-0596-D95DF5514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BDF8E-8D3B-11D7-E78E-BD319D7F0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DAFE6-1ED5-DCE7-C7D0-02D456C2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55FC0-22AF-4FA7-B3B8-E1457A053CD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41335-B3A3-C524-703C-D933666C4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E5D10-40BA-813F-9334-61CC6122C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33890-D0F1-4D15-9CB7-7B151512BE6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9512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377C6-E51A-A905-BD18-823D4DB5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D4693-2E82-75A6-7A62-837460E310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8FE5CB-F436-A6FC-E9C6-B74E36F25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50D5D-9897-EDA1-5DDF-C4847D680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55FC0-22AF-4FA7-B3B8-E1457A053CD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F611F-CF01-B497-B190-57D923C6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19A94-0538-BFC1-0695-768D2A373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33890-D0F1-4D15-9CB7-7B151512BE6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535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6AC98-3C0D-AA44-8800-6C851D182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47449-AF19-FEA2-E37A-94197136F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81245E-3EC8-D5C3-6AE1-353990872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7F6E0D-4F29-9E60-6165-336302041C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494DEF-B5AC-CE1F-1F20-E297C6F343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2E9F9B-431B-10C9-49F9-D920C3B0E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55FC0-22AF-4FA7-B3B8-E1457A053CD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65EA38-6A37-C939-8A92-F097435E8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4DF44F-56D4-0ED1-0A7E-50EE71B21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33890-D0F1-4D15-9CB7-7B151512BE6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302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04303-01A5-F004-E035-ED69C220B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F2B861-E412-D0F5-18F8-87D7A3A85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55FC0-22AF-4FA7-B3B8-E1457A053CD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C61220-5BC2-4FB2-8133-2CBD0BEFC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5A5FFA-E3BD-2123-6122-042290D8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33890-D0F1-4D15-9CB7-7B151512BE6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4092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0E9146-05BD-93B1-59C2-DBF732D83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55FC0-22AF-4FA7-B3B8-E1457A053CD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7408E0-8BB3-EDE6-8447-2427792CE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511C7-6020-FC9E-D0DE-355050ABB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33890-D0F1-4D15-9CB7-7B151512BE6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6936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4D346-FA19-7D6E-9A8E-904FD7314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ED214-E311-63F9-13B7-F0A0170CD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B71123-3338-3D48-ACFF-28328F907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4D3D9-937A-7509-9BB9-B161054D9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55FC0-22AF-4FA7-B3B8-E1457A053CD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C2840-C8D9-8985-FBD3-A17650451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71347-2BA2-B6AB-FAAC-BB2253E5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33890-D0F1-4D15-9CB7-7B151512BE6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7832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59554-50B9-ECBF-5ACA-ABDB7CC04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E17975-871D-092C-44BF-45F6065AEE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F88ED9-677F-01DC-F3D7-E871B72CC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57DEB-8E00-A0BF-0B81-3E4EBCEDA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55FC0-22AF-4FA7-B3B8-E1457A053CD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BCBC0-D9D3-CD00-D407-09CF0D857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E246B-0567-8456-84AA-E50A66A38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33890-D0F1-4D15-9CB7-7B151512BE6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9908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D51D8-9BCE-3B94-6936-CF175334C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17D421-71AB-0754-8357-C5E002C31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CB22A-6E55-AD97-46E3-08978A13E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55FC0-22AF-4FA7-B3B8-E1457A053CD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7FF99-232C-21A0-2631-98041D698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A1022-E1C8-F770-FD85-504C149A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33890-D0F1-4D15-9CB7-7B151512BE6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6707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AF3A11-F098-8BD4-9E0C-1223C1DCC2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1C8082-ACC2-E504-DFD0-4BA531410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329B6-171D-FCFD-D31D-3F038BE8F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55FC0-22AF-4FA7-B3B8-E1457A053CD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A2243-5C07-71D8-E58C-02CA39059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6BAC1-0EDD-3D4F-3289-B2050A17C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33890-D0F1-4D15-9CB7-7B151512BE6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084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CFB543-C8CF-F963-7E78-9BF9F8B62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143E3-969B-2564-429C-8D63B6FF6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7CA72-A1C5-3E3B-3F0F-5A7A7F016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B55FC0-22AF-4FA7-B3B8-E1457A053CD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C95B8-3834-355A-139C-8E55384A2F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FB63A-1549-B75B-15D6-94914BD48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A33890-D0F1-4D15-9CB7-7B151512BE6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9519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341438-3CD3-2037-BB13-C0246F017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323" y="894913"/>
            <a:ext cx="5899354" cy="50681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8D4241-DD06-CB42-6B94-6A8511A164ED}"/>
              </a:ext>
            </a:extLst>
          </p:cNvPr>
          <p:cNvSpPr txBox="1"/>
          <p:nvPr/>
        </p:nvSpPr>
        <p:spPr>
          <a:xfrm rot="16200000">
            <a:off x="3254571" y="333691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GND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E1C6A7-891F-D658-AF97-A380DF293832}"/>
              </a:ext>
            </a:extLst>
          </p:cNvPr>
          <p:cNvSpPr txBox="1"/>
          <p:nvPr/>
        </p:nvSpPr>
        <p:spPr>
          <a:xfrm rot="16200000">
            <a:off x="3537377" y="333691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3V3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74E078-BEA0-43CF-238A-BF628BFBBE7E}"/>
              </a:ext>
            </a:extLst>
          </p:cNvPr>
          <p:cNvSpPr txBox="1"/>
          <p:nvPr/>
        </p:nvSpPr>
        <p:spPr>
          <a:xfrm rot="16200000">
            <a:off x="3756062" y="333691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SCL</a:t>
            </a:r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7F1A6D-36D7-65B8-734E-F5435160C50C}"/>
              </a:ext>
            </a:extLst>
          </p:cNvPr>
          <p:cNvSpPr txBox="1"/>
          <p:nvPr/>
        </p:nvSpPr>
        <p:spPr>
          <a:xfrm rot="16200000">
            <a:off x="3979460" y="333691"/>
            <a:ext cx="604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SDA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221AF0-960D-C86D-EE5E-5268930E3394}"/>
              </a:ext>
            </a:extLst>
          </p:cNvPr>
          <p:cNvSpPr txBox="1"/>
          <p:nvPr/>
        </p:nvSpPr>
        <p:spPr>
          <a:xfrm rot="16200000">
            <a:off x="4165710" y="333691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SCL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CBD074-0FFD-2FE4-E4CF-EDCF0BE8212F}"/>
              </a:ext>
            </a:extLst>
          </p:cNvPr>
          <p:cNvSpPr txBox="1"/>
          <p:nvPr/>
        </p:nvSpPr>
        <p:spPr>
          <a:xfrm rot="16200000">
            <a:off x="4389108" y="333691"/>
            <a:ext cx="604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SDA</a:t>
            </a:r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7149F8-EF0C-47AE-E23F-7E866BA30D49}"/>
              </a:ext>
            </a:extLst>
          </p:cNvPr>
          <p:cNvSpPr txBox="1"/>
          <p:nvPr/>
        </p:nvSpPr>
        <p:spPr>
          <a:xfrm rot="16200000">
            <a:off x="4700864" y="333691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5V</a:t>
            </a:r>
            <a:endParaRPr lang="de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79DB9E-C0D1-B800-1B2B-2F174528B9F7}"/>
              </a:ext>
            </a:extLst>
          </p:cNvPr>
          <p:cNvSpPr txBox="1"/>
          <p:nvPr/>
        </p:nvSpPr>
        <p:spPr>
          <a:xfrm rot="16200000">
            <a:off x="4817759" y="333691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GND</a:t>
            </a:r>
            <a:endParaRPr lang="de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B455D0-CFE9-E15B-DF89-ED22CA5BA1F1}"/>
              </a:ext>
            </a:extLst>
          </p:cNvPr>
          <p:cNvSpPr txBox="1"/>
          <p:nvPr/>
        </p:nvSpPr>
        <p:spPr>
          <a:xfrm rot="16200000">
            <a:off x="5253522" y="333691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5V</a:t>
            </a:r>
            <a:endParaRPr lang="de-D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C911B7-81B9-BCF9-3C38-0274DFCACDDF}"/>
              </a:ext>
            </a:extLst>
          </p:cNvPr>
          <p:cNvSpPr txBox="1"/>
          <p:nvPr/>
        </p:nvSpPr>
        <p:spPr>
          <a:xfrm rot="16200000">
            <a:off x="5446047" y="333691"/>
            <a:ext cx="519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SW</a:t>
            </a:r>
            <a:endParaRPr lang="de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83D391-D75C-3D56-4445-64E1764FB236}"/>
              </a:ext>
            </a:extLst>
          </p:cNvPr>
          <p:cNvSpPr txBox="1"/>
          <p:nvPr/>
        </p:nvSpPr>
        <p:spPr>
          <a:xfrm rot="16200000">
            <a:off x="5642803" y="333691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LED</a:t>
            </a:r>
            <a:endParaRPr lang="de-D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F6491E-BF52-F127-0374-07EB28BEBE4A}"/>
              </a:ext>
            </a:extLst>
          </p:cNvPr>
          <p:cNvSpPr txBox="1"/>
          <p:nvPr/>
        </p:nvSpPr>
        <p:spPr>
          <a:xfrm rot="16200000">
            <a:off x="5831833" y="333691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GND</a:t>
            </a:r>
            <a:endParaRPr lang="de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960CC7-7CD3-1609-F95A-0D612C4D666B}"/>
              </a:ext>
            </a:extLst>
          </p:cNvPr>
          <p:cNvSpPr txBox="1"/>
          <p:nvPr/>
        </p:nvSpPr>
        <p:spPr>
          <a:xfrm rot="16200000">
            <a:off x="6310094" y="333691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5V</a:t>
            </a:r>
            <a:endParaRPr lang="de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68E480-9BFF-6B04-F0CA-FE8EF4F9789D}"/>
              </a:ext>
            </a:extLst>
          </p:cNvPr>
          <p:cNvSpPr txBox="1"/>
          <p:nvPr/>
        </p:nvSpPr>
        <p:spPr>
          <a:xfrm rot="16200000">
            <a:off x="6502619" y="333691"/>
            <a:ext cx="519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SW</a:t>
            </a:r>
            <a:endParaRPr lang="de-D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8CF29C-F1D5-C4DD-B435-8A6DC7638E96}"/>
              </a:ext>
            </a:extLst>
          </p:cNvPr>
          <p:cNvSpPr txBox="1"/>
          <p:nvPr/>
        </p:nvSpPr>
        <p:spPr>
          <a:xfrm rot="16200000">
            <a:off x="6699375" y="333691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LED</a:t>
            </a:r>
            <a:endParaRPr lang="de-D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562D3F-4D61-6E4C-2488-217045EA0A07}"/>
              </a:ext>
            </a:extLst>
          </p:cNvPr>
          <p:cNvSpPr txBox="1"/>
          <p:nvPr/>
        </p:nvSpPr>
        <p:spPr>
          <a:xfrm rot="16200000">
            <a:off x="6888405" y="333691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GND</a:t>
            </a:r>
            <a:endParaRPr lang="de-DE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BD9EB2-001B-5529-3736-705705E332FB}"/>
              </a:ext>
            </a:extLst>
          </p:cNvPr>
          <p:cNvSpPr txBox="1"/>
          <p:nvPr/>
        </p:nvSpPr>
        <p:spPr>
          <a:xfrm rot="16200000">
            <a:off x="7366666" y="333691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5V</a:t>
            </a:r>
            <a:endParaRPr lang="de-DE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831B27-875E-2F8F-42E1-844DD30DAD5C}"/>
              </a:ext>
            </a:extLst>
          </p:cNvPr>
          <p:cNvSpPr txBox="1"/>
          <p:nvPr/>
        </p:nvSpPr>
        <p:spPr>
          <a:xfrm rot="16200000">
            <a:off x="7559191" y="333691"/>
            <a:ext cx="519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SW</a:t>
            </a:r>
            <a:endParaRPr lang="de-D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05D58B-6130-CE35-FB9F-B2FA9EB58906}"/>
              </a:ext>
            </a:extLst>
          </p:cNvPr>
          <p:cNvSpPr txBox="1"/>
          <p:nvPr/>
        </p:nvSpPr>
        <p:spPr>
          <a:xfrm rot="16200000">
            <a:off x="7755947" y="333691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LED</a:t>
            </a:r>
            <a:endParaRPr lang="de-D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D72778-BD4B-D0D1-8B05-F2A421A3DDAD}"/>
              </a:ext>
            </a:extLst>
          </p:cNvPr>
          <p:cNvSpPr txBox="1"/>
          <p:nvPr/>
        </p:nvSpPr>
        <p:spPr>
          <a:xfrm rot="16200000">
            <a:off x="7944977" y="333691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GND</a:t>
            </a:r>
            <a:endParaRPr lang="de-D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CA3AA6-1980-D7AD-39A9-D2037B9CDC9D}"/>
              </a:ext>
            </a:extLst>
          </p:cNvPr>
          <p:cNvSpPr txBox="1"/>
          <p:nvPr/>
        </p:nvSpPr>
        <p:spPr>
          <a:xfrm>
            <a:off x="3498884" y="-13001"/>
            <a:ext cx="874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Displays</a:t>
            </a:r>
            <a:endParaRPr lang="de-DE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C814D2-558B-110A-79D4-BF5AAF2224A5}"/>
              </a:ext>
            </a:extLst>
          </p:cNvPr>
          <p:cNvSpPr txBox="1"/>
          <p:nvPr/>
        </p:nvSpPr>
        <p:spPr>
          <a:xfrm>
            <a:off x="4429911" y="-13001"/>
            <a:ext cx="874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Trellis</a:t>
            </a:r>
            <a:endParaRPr lang="de-DE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D5BF2B-135B-544A-4336-E776960106B1}"/>
              </a:ext>
            </a:extLst>
          </p:cNvPr>
          <p:cNvSpPr txBox="1"/>
          <p:nvPr/>
        </p:nvSpPr>
        <p:spPr>
          <a:xfrm>
            <a:off x="5402488" y="-13001"/>
            <a:ext cx="874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BTN2</a:t>
            </a:r>
            <a:endParaRPr lang="de-DE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26EC2-6BD2-EB10-C6C1-108B18DCE800}"/>
              </a:ext>
            </a:extLst>
          </p:cNvPr>
          <p:cNvSpPr txBox="1"/>
          <p:nvPr/>
        </p:nvSpPr>
        <p:spPr>
          <a:xfrm>
            <a:off x="6437101" y="-13001"/>
            <a:ext cx="874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BTN3</a:t>
            </a:r>
            <a:endParaRPr lang="de-DE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2FD287-1A0C-8ED8-6351-DCCF1A84203C}"/>
              </a:ext>
            </a:extLst>
          </p:cNvPr>
          <p:cNvSpPr txBox="1"/>
          <p:nvPr/>
        </p:nvSpPr>
        <p:spPr>
          <a:xfrm>
            <a:off x="7537115" y="-13001"/>
            <a:ext cx="874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BTN1</a:t>
            </a:r>
            <a:endParaRPr lang="de-DE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B55A51-81C2-1537-CF92-710491BAC9E7}"/>
              </a:ext>
            </a:extLst>
          </p:cNvPr>
          <p:cNvSpPr txBox="1"/>
          <p:nvPr/>
        </p:nvSpPr>
        <p:spPr>
          <a:xfrm>
            <a:off x="9160797" y="542935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5V</a:t>
            </a:r>
            <a:endParaRPr lang="de-DE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D36AA7-E2A2-0D27-47C8-3019ABBC1FF2}"/>
              </a:ext>
            </a:extLst>
          </p:cNvPr>
          <p:cNvSpPr txBox="1"/>
          <p:nvPr/>
        </p:nvSpPr>
        <p:spPr>
          <a:xfrm>
            <a:off x="9084726" y="5131040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GND</a:t>
            </a:r>
            <a:endParaRPr lang="de-DE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EA5B4D-78A6-8E8F-0D17-09BD80021C57}"/>
              </a:ext>
            </a:extLst>
          </p:cNvPr>
          <p:cNvSpPr txBox="1"/>
          <p:nvPr/>
        </p:nvSpPr>
        <p:spPr>
          <a:xfrm>
            <a:off x="5647167" y="5131040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GND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EEA107-7B19-45D9-98CE-BB6F49756939}"/>
              </a:ext>
            </a:extLst>
          </p:cNvPr>
          <p:cNvSpPr txBox="1"/>
          <p:nvPr/>
        </p:nvSpPr>
        <p:spPr>
          <a:xfrm>
            <a:off x="5714938" y="542935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5V</a:t>
            </a:r>
            <a:endParaRPr lang="de-DE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5534CF-5D2F-3EFE-5242-BC43CC982996}"/>
              </a:ext>
            </a:extLst>
          </p:cNvPr>
          <p:cNvSpPr txBox="1"/>
          <p:nvPr/>
        </p:nvSpPr>
        <p:spPr>
          <a:xfrm>
            <a:off x="5144423" y="5397149"/>
            <a:ext cx="1202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PROB_SW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FD8256-DDA1-50D5-9A43-EAC005B1C246}"/>
              </a:ext>
            </a:extLst>
          </p:cNvPr>
          <p:cNvSpPr txBox="1"/>
          <p:nvPr/>
        </p:nvSpPr>
        <p:spPr>
          <a:xfrm>
            <a:off x="1359258" y="4946374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GND</a:t>
            </a:r>
            <a:endParaRPr lang="de-DE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B7E8BB-EAA9-835C-0ED4-BBBA38CE619C}"/>
              </a:ext>
            </a:extLst>
          </p:cNvPr>
          <p:cNvSpPr txBox="1"/>
          <p:nvPr/>
        </p:nvSpPr>
        <p:spPr>
          <a:xfrm>
            <a:off x="1359258" y="4577042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GND</a:t>
            </a:r>
            <a:endParaRPr lang="de-DE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D85200-886E-8B35-1418-9660E25D872D}"/>
              </a:ext>
            </a:extLst>
          </p:cNvPr>
          <p:cNvSpPr txBox="1"/>
          <p:nvPr/>
        </p:nvSpPr>
        <p:spPr>
          <a:xfrm>
            <a:off x="1939967" y="4946374"/>
            <a:ext cx="1167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MODEL_3</a:t>
            </a:r>
            <a:endParaRPr lang="de-DE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D7531DE-6CE8-83C2-9543-AAE85AA748BC}"/>
              </a:ext>
            </a:extLst>
          </p:cNvPr>
          <p:cNvSpPr txBox="1"/>
          <p:nvPr/>
        </p:nvSpPr>
        <p:spPr>
          <a:xfrm>
            <a:off x="1939967" y="4577042"/>
            <a:ext cx="1167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MODEL_1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01463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Physikalisch-Technische Bundesanstalt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Dion Timmermann</dc:creator>
  <cp:lastModifiedBy>Dion Timmermann</cp:lastModifiedBy>
  <cp:revision>1</cp:revision>
  <cp:lastPrinted>2025-09-26T16:54:04Z</cp:lastPrinted>
  <dcterms:created xsi:type="dcterms:W3CDTF">2025-09-26T16:48:42Z</dcterms:created>
  <dcterms:modified xsi:type="dcterms:W3CDTF">2025-09-29T13:02:54Z</dcterms:modified>
</cp:coreProperties>
</file>